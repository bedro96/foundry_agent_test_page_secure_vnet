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06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92640" y="146304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692640" y="210312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332720" y="82296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32720" y="146304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332720" y="210312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972800" y="82296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972800" y="146304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0" y="2103120"/>
            <a:ext cx="109728" cy="10972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698480" y="50292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6984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1371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731520" y="2423160"/>
            <a:ext cx="54864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AI Foundry 기반 공장 이상 감지 · 진단 · 조치 권고 포털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시스템 목적, 설계 방식, 신규 환경 복제 절차를 빠르게 이해하도록 구성한 아키텍처 설명 자료입니다.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6588" y="3840480"/>
            <a:ext cx="352044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86588" y="3840480"/>
            <a:ext cx="73152" cy="13258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090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구조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0908" y="4434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· 관리자 · MCP · 음성 · 텔레메트리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5628" y="3840480"/>
            <a:ext cx="352044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35628" y="384048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0994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09948" y="4434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/ TypeScript · FastAPI / Python · Azure AI /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4668" y="3840480"/>
            <a:ext cx="352044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084668" y="3840480"/>
            <a:ext cx="73152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58988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가이드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58988" y="4434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· 배포 · 테스트 체크리스트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38248" y="5875020"/>
            <a:ext cx="73152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752448" y="5623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75244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90848" y="5623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9084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29248" y="5623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62924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67648" y="5623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067648" y="5623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제작 · 2025 · Customer-facing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3439" y="411480"/>
            <a:ext cx="1499616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143439" y="411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공정 이슈를 AI 대화형 업무 흐름으로 연결합니다.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15688" y="2514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F2748"/>
          </a:solidFill>
          <a:ln w="25400">
            <a:solidFill>
              <a:srgbClr val="0D9488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815688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산업용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15688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Portal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73152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징후와 현장 질문을 입력으로 수집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94015" y="16916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94015" y="169164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168335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68335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AI Foundry 에이전트가 원인 후보 분석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Bing 그라운딩 · MCP 도구로 조치안 보강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94015" y="4069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894015" y="4069080"/>
            <a:ext cx="73152" cy="12801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68335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68335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대화 기록을 MySQL에 저장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246120"/>
            <a:ext cx="5180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76008" y="3246120"/>
            <a:ext cx="5180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571500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" y="57150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가치   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질의응답 · 장애 대응 표준화 · 운영 로그와 품질 지표 확보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67951" y="411480"/>
            <a:ext cx="1975104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67951" y="4114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프론트엔드, 백엔드, 데이터/AI 계층을 독립 컨테이너와 관리형 Azure 서비스로 분리합니다.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588" y="1463040"/>
            <a:ext cx="35204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6588" y="1463040"/>
            <a:ext cx="352044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0908" y="17830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090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38148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3814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· TypeScript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shadcn/ui · Tailwind CSS v4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0908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UI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테스트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회원가입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0908" y="5120640"/>
            <a:ext cx="297180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09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 컨테이너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5628" y="1463040"/>
            <a:ext cx="35204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35628" y="1463040"/>
            <a:ext cx="352044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09948" y="17830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0994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87188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8718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Python 3.12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· Pydantic 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9948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스트리밍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 / 인가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오케스트레이션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09948" y="5120640"/>
            <a:ext cx="297180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0994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 컨테이너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4668" y="1463040"/>
            <a:ext cx="35204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084668" y="1463040"/>
            <a:ext cx="3520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358988" y="17830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5898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36228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/ AI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13622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MySQL · Foundry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· App Insights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58988" y="32461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대화 저장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실행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전사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58988" y="5120640"/>
            <a:ext cx="297180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35898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 서비스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07028" y="3611880"/>
            <a:ext cx="228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856068" y="3611880"/>
            <a:ext cx="228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40080" y="598932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22960" y="59893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  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/ API / AI 데이터를 느슨하게 결합하여 확장, 보안, 장애 격리를 확보합니다.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책임과 폴더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3439" y="411480"/>
            <a:ext cx="1499616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143439" y="411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TypeScript App Router는 사용자 경험과 서버 사이드 프록시 경로를 제공합니다.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2288" y="1463040"/>
            <a:ext cx="54864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72288" y="1463040"/>
            <a:ext cx="73152" cy="4297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6608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6608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채팅, 관리자, 로그인 / 회원가입, MCP 테스트, 헬스 체크를 하나의 포털 내에서 제공합니다.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6608" y="2560320"/>
            <a:ext cx="2331720" cy="100584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6608" y="2560320"/>
            <a:ext cx="54864" cy="10058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29488" y="2633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9488" y="2944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응답 스트리밍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/ 음성 입력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5488" y="2560320"/>
            <a:ext cx="2331720" cy="100584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15488" y="256032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98368" y="2633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98368" y="2944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CRUD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/ 활성화 관리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6608" y="3703320"/>
            <a:ext cx="2331720" cy="100584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46608" y="370332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9488" y="3776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테스트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488" y="4087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 조회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실행 검증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15488" y="3703320"/>
            <a:ext cx="2331720" cy="100584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15488" y="370332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98368" y="3776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98368" y="40873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회원가입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토큰 수신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6608" y="493776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29488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원칙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자체 비즈니스 API는 만들지 않고 백엔드 API를 호출 / 프록시합니다.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3008" y="1463040"/>
            <a:ext cx="54864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233008" y="1463040"/>
            <a:ext cx="73152" cy="4297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07328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구조 핵심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07328" y="2103120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0F2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07328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/ src /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07328" y="256032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page.tsx — 메인 페이지 (공장 배경)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/ page.tsx — 채팅 UI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/ page.tsx — 사용자 관리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mcp-test / page.tsx — MCP 검증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/ auth · api / admin · api / conversations — 백엔드 프록시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 / chat · components / ui — 재사용 컴포넌트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 / sse-client · lib / backend · lib / auth — 클라이언트 유틸리티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책임과 폴더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62311" y="411480"/>
            <a:ext cx="1380744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62311" y="41148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FastAPI가 인증, 스트리밍, MCP, Speech, 데이터 저장을 일관된 API로 제공합니다.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588" y="150876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6588" y="150876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090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0908" y="2148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진입점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/ 미들웨어 조립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628" y="150876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35628" y="15087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0994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09948" y="2148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AI Foundry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스트리밍 에이전트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4668" y="150876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84668" y="15087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898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auth_service.py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58988" y="2148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· bcrypt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CRUD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6588" y="329184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86588" y="329184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090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0908" y="3931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엔진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세션 팩토리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35628" y="329184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35628" y="32918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0994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mcp_service.py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09948" y="3931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JSON-RPC MCP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/ 도구 실행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4668" y="3291840"/>
            <a:ext cx="3520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84668" y="3291840"/>
            <a:ext cx="73152" cy="15544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35898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speech.py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58988" y="3931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Speech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전사 v3.2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07492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0F2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58669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77258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/api/chat/stream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5848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/api/mcp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14437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/api/speech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33026" y="5074920"/>
            <a:ext cx="18185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/api/conversations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852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보호된 /api/** 엔드포인트는 프로덕션에서 x-api-key, 사용자 기능은 JWT Bearer 토큰을 사용합니다.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기능과 사용자 경험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67951" y="411480"/>
            <a:ext cx="1975104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667951" y="4114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사고 상황에서 빠르게 질문하고 검증하고 기록할 수 있도록 설계했습니다.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5208" y="1965960"/>
            <a:ext cx="102412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3728" y="155448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372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78128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/ 첨부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78128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· 이미지 · 음성 입력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8368" y="15544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9836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12768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12768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Foundry 에이전트 + Bing 그라운딩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15544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3300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47408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검증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47408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도구 목록 · 실행 테스트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7648" y="15544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06764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82048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/ 모니터링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82048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저장 · Application Insights 추적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6588" y="274320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86588" y="2743200"/>
            <a:ext cx="73152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60908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SSE 채팅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0908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이벤트 단위로 표시해 대기 시간을 줄입니다.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35628" y="274320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335628" y="274320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609948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첨부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09948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base64 이미지 입력을 LLM 멀티모달 컨텍스트로 전달합니다.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84668" y="274320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084668" y="274320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358988" y="2926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입력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58988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녹음 후 Azure Speech 배치 전사로 텍스트화합니다.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6588" y="425196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86588" y="4251960"/>
            <a:ext cx="73152" cy="12801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60908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관리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60908" y="4846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사용자 역할, 활성화 상태, 계정을 관리합니다.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35628" y="425196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335628" y="425196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609948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기록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609948" y="4846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/ Message 테이블로 저장 · 조회 · 숨김 처리합니다.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84668" y="4251960"/>
            <a:ext cx="3520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084668" y="4251960"/>
            <a:ext cx="73152" cy="128016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358988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58988" y="4846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span, 도구 호출, 지연 시간, 실패 정보를 추적합니다.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인증 · 로그인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24567" y="411480"/>
            <a:ext cx="161848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024567" y="41148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관리자 자동 활성화 이후 일반 사용자는 관리자 승인 후 로그인합니다.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23848" y="1920240"/>
            <a:ext cx="91440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72288" y="1965960"/>
            <a:ext cx="210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2288" y="1965960"/>
            <a:ext cx="210312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03808" y="1600200"/>
            <a:ext cx="640080" cy="64008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0380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516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5168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/api/auth/signup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bcrypt 해싱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테이블 저장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58288" y="1965960"/>
            <a:ext cx="210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758288" y="1965960"/>
            <a:ext cx="21031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89808" y="1600200"/>
            <a:ext cx="640080" cy="64008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8980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4116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활성화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41168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가입자만 admin +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사용자는 /admin에서 활성화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44288" y="1965960"/>
            <a:ext cx="210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44288" y="1965960"/>
            <a:ext cx="210312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775808" y="1600200"/>
            <a:ext cx="640080" cy="6400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7580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716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27168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/api/auth/login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검증 · JWT 발급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30288" y="1965960"/>
            <a:ext cx="210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30288" y="1965960"/>
            <a:ext cx="210312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61808" y="1600200"/>
            <a:ext cx="640080" cy="64008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06180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1316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13168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Authorization: Bearer JWT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Production: x-api-key 추가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16288" y="1965960"/>
            <a:ext cx="210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616288" y="1965960"/>
            <a:ext cx="210312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347808" y="1600200"/>
            <a:ext cx="640080" cy="640080"/>
          </a:xfrm>
          <a:prstGeom prst="ellipse">
            <a:avLst/>
          </a:prstGeom>
          <a:solidFill>
            <a:srgbClr val="64748B"/>
          </a:solidFill>
          <a:ln w="381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34780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79916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99168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토큰 삭제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세션 없음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2288" y="4069080"/>
            <a:ext cx="5486400" cy="1371600"/>
          </a:xfrm>
          <a:prstGeom prst="rect">
            <a:avLst/>
          </a:prstGeom>
          <a:solidFill>
            <a:srgbClr val="ECFDF5"/>
          </a:solidFill>
          <a:ln w="1016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72288" y="406908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46608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Role: user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6608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채팅, 대화 기록 조회 / 저장, 음성 전사 기능을 사용합니다.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33008" y="4069080"/>
            <a:ext cx="5486400" cy="1371600"/>
          </a:xfrm>
          <a:prstGeom prst="rect">
            <a:avLst/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233008" y="406908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507328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Role: admin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7328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권한 전체 + 사용자 CRUD, 역할 변경, 계정 활성화 / 비활성화를 수행합니다.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포인트   </a:t>
            </a: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보호 경로는 API Key 미들웨어, 사용자 작업은 JWT 권한 검증을 통과해야 합니다.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흐름과 스트리밍 패턴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62311" y="411480"/>
            <a:ext cx="1380744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62311" y="41148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직접 호출과 Next.js Route Handler 프록시를 목적별로 병행합니다.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5168" y="155448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5168" y="155448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29488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9488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UI · 쿠키 / JWT 보관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4208" y="155448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04208" y="1554480"/>
            <a:ext cx="73152" cy="1463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78528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Route Handlers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8528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관리자 / 대화 / 음성 API를 서버 사이드로 백엔드 프록시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3248" y="155448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53248" y="155448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27568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백엔드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27568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+ SSE · x-api-key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38448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787488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호출: /api/chat/stream, /api/mcp/*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288" y="3657600"/>
            <a:ext cx="5486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2288" y="3657600"/>
            <a:ext cx="73152" cy="1737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46608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채팅 스트리밍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6608" y="42976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/api/chat/stream → AgentOrchestrator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AzureAIFoundryAgent.stream() → Azure AI Foundry API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이벤트: status · message · done · error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3008" y="3657600"/>
            <a:ext cx="5486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33008" y="3657600"/>
            <a:ext cx="73152" cy="1737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07328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전사 흐름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07328" y="42976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녹음 → base64 인코딩 → /api/speech/transcribe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인메모리 오디오 볼트 → Azure Speech 배치 전사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텍스트 반환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76072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2960" y="57607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환경별 차이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Development는 API Key 검증 비활성, Production은 보호된 /api/** 경로에 x-api-key 필요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검증 페이지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71455" y="4114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MCP Streamable HTTP 서버가 도구 목록 조회와 도구 실행에 올바르게 응답하는지 확인합니다.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588" y="1463040"/>
            <a:ext cx="35204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6588" y="1463040"/>
            <a:ext cx="73152" cy="4297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0908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입력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0908" y="2057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URL (Streamable HTTP), 인증 방식 (None / x-api-key), API Key를 입력하고 연결합니다.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0908" y="30175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URL 유효성 확인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드롭다운 선택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요청으로 도구 목록 조회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도구에 JSON 인수 입력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 요청으로 최종 검증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1388" y="178308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1388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/api/mcp/connect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5848" y="228600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01388" y="256032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1388" y="25603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48" y="306324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01388" y="333756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01388" y="3337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01388" y="41148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01388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tools, timing 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5848" y="461772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01388" y="489204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01388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/api/mcp/execute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4668" y="1463040"/>
            <a:ext cx="35204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084668" y="1463040"/>
            <a:ext cx="73152" cy="4297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58988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McpClient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58988" y="2057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JSON-RPC 2.0 프로토콜을 사용해 초기화, 도구 목록, 도구 실행을 프록시합니다.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58988" y="30175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notifications/initialized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tools/list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tools/call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 정보 반환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94360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2960" y="59436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목록, 요청 / 응답 payload, total_ms · initialize_ms · list_tools_ms · tool_execution_ms를 고객에게 표시합니다.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배포와 네트워크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71455" y="4114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ACR에서 이미지를 빌드하고 ACA 컨테이너 앱으로 프론트엔드 / 백엔드를 독립 운영합니다.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12801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update.sh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빌드 트리거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25603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73152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947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Container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lgit-chat-* 이미지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92240" y="1554480"/>
            <a:ext cx="256032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92240" y="1554480"/>
            <a:ext cx="73152" cy="571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2084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 Frontend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HTTPS 443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263140"/>
            <a:ext cx="2560320" cy="57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92240" y="2263140"/>
            <a:ext cx="73152" cy="571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0840" y="23088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5557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포트 8000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418320" y="1554480"/>
            <a:ext cx="25603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0" y="155448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64692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Services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469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· Foundry · Speech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Insights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0848" y="347472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80848" y="34747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5168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트래픽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168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→ Frontend ACA → Route Handler 프록시 또는 Backend 직접 호출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67048" y="347472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67048" y="347472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41368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아웃바운드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41368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Foundry Agent · 외부 MCP 서버 · Azure Speech · Azure MySQL로 연결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3248" y="347472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153248" y="34747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427568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관측성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27568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OpenTelemetry span과 GenAI semantic conventions를 App Insights로 전송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44068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635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22960" y="54406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기준 update.sh는 :latest 태그를 사용하므로 새 환경에서는 git hash 등 고유 태그 운영을 권장합니다.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및 환경 변수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71455" y="4114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백엔드와 프론트엔드의 .env.example을 복사해 새 환경 값을 주입합니다.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588" y="150876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6588" y="1508760"/>
            <a:ext cx="352044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0908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0908" y="22860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자격증명 / Foundry 프로젝트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연결 정보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 · JWT Secret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· Telemetry 설정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628" y="150876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35628" y="1508760"/>
            <a:ext cx="352044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09948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9948" y="22860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NEXT_PUBLIC_BACKEND_URL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NEXT_PUBLIC_BACKEND_API_KEY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BACKEND_API_KEY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/ JWT 처리 설정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4668" y="150876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84668" y="1508760"/>
            <a:ext cx="3520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8988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8988" y="22860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AZURE_EXPERIMENTAL_ENABLE_GENAI_TRACING=true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OTEL_INSTRUMENTATION_GENAI_CAPTURE_MESSAGE_CONTENT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Insights 연결 문자열 동적 조회</a:t>
            </a:r>
            <a:endParaRPr lang="en-US" sz="1200" dirty="0"/>
          </a:p>
          <a:p>
            <a:pPr marL="342900" indent="-342900" algn="l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프로덕션에서는 메시지 내용 캡처 false 권장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절차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backend/.env.example → backend/.env, frontend/.env.example → frontend/.env를 생성하고 ACA 배포 전 값 검증을 완료합니다.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README 기준 .env 파일이 Docker 이미지에 번들되므로 고객 환경에서는 비밀 관리 방식(Key Vault / ACA Secret) 검토를 권장합니다.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환경 복제 절차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24567" y="411480"/>
            <a:ext cx="161848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024567" y="41148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README의 배포 순서를 고객 환경에 맞게 리소스 이름과 비밀 관리 전략만 바꿔 반복합니다.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1508760"/>
            <a:ext cx="1008857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63040" y="1508760"/>
            <a:ext cx="73152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45336"/>
            <a:ext cx="640080" cy="6400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545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5819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리소스 준비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581912"/>
            <a:ext cx="6979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ACR, ACA 2개, Azure MySQL Flexible Server, AI Foundry 프로젝트, Speech, App Insights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2359152"/>
            <a:ext cx="1008857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463040" y="2359152"/>
            <a:ext cx="73152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395728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24323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설정 복제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432304"/>
            <a:ext cx="6979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클론, backend / frontend .env.example 복사, 새 URL · API Key · DB 정보 입력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3209544"/>
            <a:ext cx="1008857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463040" y="3209544"/>
            <a:ext cx="73152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2826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초기화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282696"/>
            <a:ext cx="6979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create_all() 또는 cd backend &amp;&amp; uv run python -m app.setup_db 실행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63040" y="4059936"/>
            <a:ext cx="1008857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463040" y="4059936"/>
            <a:ext cx="73152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4096512"/>
            <a:ext cx="640080" cy="6400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096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41330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빌드 / 배포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133088"/>
            <a:ext cx="6979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backend/update.sh, frontend/update.sh 또는 GitHub Actions로 ACR 빌드 후 ACA 업데이트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63040" y="4910328"/>
            <a:ext cx="1008857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463040" y="4910328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40080" y="4946904"/>
            <a:ext cx="640080" cy="64008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" y="4946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5920" y="4983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검증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983480"/>
            <a:ext cx="6979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 체크, 회원가입 / 로그인, MCP 연결, SSE 채팅, 텔레메트리 확인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80644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63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22960" y="58064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URL 접속 · /health/ready 200 · JWT 로그인 · /api/chat/stream 이벤트 수신 · App Insights trace 확인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및 품질 관리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62311" y="411480"/>
            <a:ext cx="1380744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62311" y="41148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정적 분석과 배포 후 스모크 테스트로 초기 품질 기준을 유지합니다.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588" y="150876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6588" y="1508760"/>
            <a:ext cx="73152" cy="14173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090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Style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0908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format --check 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5628" y="150876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35628" y="1508760"/>
            <a:ext cx="73152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0994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Types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9948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mypy 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--ignore-missing-imports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4668" y="150876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84668" y="1508760"/>
            <a:ext cx="73152" cy="14173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8988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8988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bandit -r app/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pyproject.toml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6588" y="315468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86588" y="3154680"/>
            <a:ext cx="73152" cy="1417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0908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0908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35628" y="315468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35628" y="3154680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09948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 Test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09948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health/ready · auth · admin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SSE · MCP · telemetry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4668" y="3154680"/>
            <a:ext cx="3520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84668" y="315468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358988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8988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Insights 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 Tracing span 확인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1528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61528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8950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 체크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0692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30692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78114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/ 로그인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9856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99856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47278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CRUD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9020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69020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16442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채팅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8184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38184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85606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실행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073488" y="5120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07348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547708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제한 사항 및 운영 고려사항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786823" y="411480"/>
            <a:ext cx="1856232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786823" y="41148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README에 명시된 알려진 이슈와 고객 환경 적용 시 권장 대응입니다.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2288" y="15087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72288" y="1508760"/>
            <a:ext cx="73152" cy="13258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6608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NonRecordingSpan 오류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6608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AI Projects SDK 버그를 telemetry.py 클래스 패치로 우회 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087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33008" y="1508760"/>
            <a:ext cx="73152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07328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 자동 활성화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7328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가입자만 admin / active, 이후 사용자는 관리자 승인 필요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2288" y="31089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2288" y="3108960"/>
            <a:ext cx="73152" cy="1325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6608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 엔드포인트 없음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6608" y="3703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 Probe는 /health/ready 또는 /health/live 사용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089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33008" y="3108960"/>
            <a:ext cx="73152" cy="1325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07328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실행 시간 null 가능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7328" y="3703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서버가 timing 헤더를 제공하지 않으면 server_execution_ms = null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2288" y="47091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2288" y="4709160"/>
            <a:ext cx="73152" cy="1325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6608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:latest 이미지 캐싱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608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태그(git hash / 타임스탬프)와 리비전 관리 권장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3008" y="4709160"/>
            <a:ext cx="5486400" cy="1325880"/>
          </a:xfrm>
          <a:prstGeom prst="rect">
            <a:avLst/>
          </a:prstGeom>
          <a:solidFill>
            <a:srgbClr val="1A2E50"/>
          </a:solidFill>
          <a:ln w="6350">
            <a:solidFill>
              <a:srgbClr val="2A45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33008" y="470916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07328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Foundry 500 간헐 오류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7328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측 장애는 SSE error 프레임으로 사용자에게 안내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85216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2960" y="58521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환경 리소스 명명 · 비밀 관리 · 고유 이미지 태그 전략을 확정한 뒤 배포 자동화를 표준화합니다.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Chat Portal · 고객 설명 자료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1867</Words>
  <Application>Microsoft Macintosh PowerPoint</Application>
  <PresentationFormat>와이드스크린</PresentationFormat>
  <Paragraphs>364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 Ho Ko</cp:lastModifiedBy>
  <cp:revision>1</cp:revision>
  <dcterms:created xsi:type="dcterms:W3CDTF">2026-05-15T00:35:12Z</dcterms:created>
  <dcterms:modified xsi:type="dcterms:W3CDTF">2026-05-19T03:03:35Z</dcterms:modified>
</cp:coreProperties>
</file>